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Infrastructure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Platform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cluster capacity grew by 18 percent this quarter.</a:t>
            </a:r>
          </a:p>
          <a:p>
            <a:r>
              <a:t>No customer-visible outages were recorded.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us-east-1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us-west-2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